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306213-7167-467F-9591-DA6B84DEEF2E}" type="doc">
      <dgm:prSet loTypeId="urn:microsoft.com/office/officeart/2005/8/layout/cycle3" loCatId="cycle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EE188F-2480-443F-9813-7B6CE7444AA1}" type="pres">
      <dgm:prSet presAssocID="{CB306213-7167-467F-9591-DA6B84DEEF2E}" presName="Name0" presStyleCnt="0">
        <dgm:presLayoutVars>
          <dgm:dir/>
          <dgm:resizeHandles val="exact"/>
        </dgm:presLayoutVars>
      </dgm:prSet>
      <dgm:spPr/>
    </dgm:pt>
    <dgm:pt modelId="{3E812CAF-1EF3-45BC-94E0-D51288D0036C}" type="pres">
      <dgm:prSet presAssocID="{CB306213-7167-467F-9591-DA6B84DEEF2E}" presName="cycle" presStyleCnt="0"/>
      <dgm:spPr/>
    </dgm:pt>
  </dgm:ptLst>
  <dgm:cxnLst>
    <dgm:cxn modelId="{A0A23FE2-7649-4EA3-9808-02C77593E768}" type="presOf" srcId="{CB306213-7167-467F-9591-DA6B84DEEF2E}" destId="{73EE188F-2480-443F-9813-7B6CE7444AA1}" srcOrd="0" destOrd="0" presId="urn:microsoft.com/office/officeart/2005/8/layout/cycle3"/>
    <dgm:cxn modelId="{FDF83279-3D49-414C-887F-49BF0E909F61}" type="presParOf" srcId="{73EE188F-2480-443F-9813-7B6CE7444AA1}" destId="{3E812CAF-1EF3-45BC-94E0-D51288D0036C}" srcOrd="0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FBCCA8F-AD8B-4C09-84CD-7B7A93C0B1C0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AB47CD1-D206-4D69-B7D9-FF6C1D416EA3}">
      <dgm:prSet phldrT="[Text]"/>
      <dgm:spPr/>
      <dgm:t>
        <a:bodyPr/>
        <a:lstStyle/>
        <a:p>
          <a:r>
            <a:rPr lang="en-US" dirty="0"/>
            <a:t>Lake house</a:t>
          </a:r>
        </a:p>
      </dgm:t>
    </dgm:pt>
    <dgm:pt modelId="{9E0A5198-E95F-477C-8DF8-4D72026D000A}" type="parTrans" cxnId="{6D40AADB-4FE9-45AB-A13E-AD75519F65E3}">
      <dgm:prSet/>
      <dgm:spPr/>
      <dgm:t>
        <a:bodyPr/>
        <a:lstStyle/>
        <a:p>
          <a:endParaRPr lang="en-US"/>
        </a:p>
      </dgm:t>
    </dgm:pt>
    <dgm:pt modelId="{0F724B12-87D4-4C59-B949-BA713055B6EC}" type="sibTrans" cxnId="{6D40AADB-4FE9-45AB-A13E-AD75519F65E3}">
      <dgm:prSet/>
      <dgm:spPr/>
      <dgm:t>
        <a:bodyPr/>
        <a:lstStyle/>
        <a:p>
          <a:endParaRPr lang="en-US"/>
        </a:p>
      </dgm:t>
    </dgm:pt>
    <dgm:pt modelId="{F1B5B73E-0E36-4C43-A924-CF13E9857D90}">
      <dgm:prSet phldrT="[Text]"/>
      <dgm:spPr/>
      <dgm:t>
        <a:bodyPr/>
        <a:lstStyle/>
        <a:p>
          <a:r>
            <a:rPr lang="en-US" dirty="0"/>
            <a:t>Notebook</a:t>
          </a:r>
        </a:p>
      </dgm:t>
    </dgm:pt>
    <dgm:pt modelId="{168C343E-6E59-4BE5-8FCD-F6FA478C3B6A}" type="parTrans" cxnId="{155D7372-EDE5-4425-AC6B-50130CDB4376}">
      <dgm:prSet/>
      <dgm:spPr/>
      <dgm:t>
        <a:bodyPr/>
        <a:lstStyle/>
        <a:p>
          <a:endParaRPr lang="en-US"/>
        </a:p>
      </dgm:t>
    </dgm:pt>
    <dgm:pt modelId="{C4FF1958-EBAF-4333-8CBD-88477F7D7E33}" type="sibTrans" cxnId="{155D7372-EDE5-4425-AC6B-50130CDB4376}">
      <dgm:prSet/>
      <dgm:spPr/>
      <dgm:t>
        <a:bodyPr/>
        <a:lstStyle/>
        <a:p>
          <a:endParaRPr lang="en-US"/>
        </a:p>
      </dgm:t>
    </dgm:pt>
    <dgm:pt modelId="{723C9267-EB4F-441E-88C0-C4DDBA425982}">
      <dgm:prSet phldrT="[Text]"/>
      <dgm:spPr/>
      <dgm:t>
        <a:bodyPr/>
        <a:lstStyle/>
        <a:p>
          <a:r>
            <a:rPr lang="en-US" dirty="0"/>
            <a:t>Experiments</a:t>
          </a:r>
        </a:p>
      </dgm:t>
    </dgm:pt>
    <dgm:pt modelId="{D7CB9BCE-72B1-4EA7-B5EE-5388A2D0186E}" type="parTrans" cxnId="{25B4088F-7F52-4F67-BDFB-4D3FE87E3B45}">
      <dgm:prSet/>
      <dgm:spPr/>
      <dgm:t>
        <a:bodyPr/>
        <a:lstStyle/>
        <a:p>
          <a:endParaRPr lang="en-US"/>
        </a:p>
      </dgm:t>
    </dgm:pt>
    <dgm:pt modelId="{8D566AA0-380F-46CE-9423-50C5406B38D0}" type="sibTrans" cxnId="{25B4088F-7F52-4F67-BDFB-4D3FE87E3B45}">
      <dgm:prSet/>
      <dgm:spPr/>
      <dgm:t>
        <a:bodyPr/>
        <a:lstStyle/>
        <a:p>
          <a:endParaRPr lang="en-US"/>
        </a:p>
      </dgm:t>
    </dgm:pt>
    <dgm:pt modelId="{EA804546-91CE-4DE9-AB71-0EFA6DB58547}">
      <dgm:prSet phldrT="[Text]"/>
      <dgm:spPr/>
      <dgm:t>
        <a:bodyPr/>
        <a:lstStyle/>
        <a:p>
          <a:r>
            <a:rPr lang="en-US" dirty="0"/>
            <a:t>model</a:t>
          </a:r>
        </a:p>
      </dgm:t>
    </dgm:pt>
    <dgm:pt modelId="{919B9A86-0C24-47AB-9BD7-E05C3D0C37CA}" type="parTrans" cxnId="{93A029BB-6324-4570-AD21-D51955805D79}">
      <dgm:prSet/>
      <dgm:spPr/>
      <dgm:t>
        <a:bodyPr/>
        <a:lstStyle/>
        <a:p>
          <a:endParaRPr lang="en-US"/>
        </a:p>
      </dgm:t>
    </dgm:pt>
    <dgm:pt modelId="{A39C41C1-6709-4F66-8E21-E140CCCC3906}" type="sibTrans" cxnId="{93A029BB-6324-4570-AD21-D51955805D79}">
      <dgm:prSet/>
      <dgm:spPr/>
      <dgm:t>
        <a:bodyPr/>
        <a:lstStyle/>
        <a:p>
          <a:endParaRPr lang="en-US"/>
        </a:p>
      </dgm:t>
    </dgm:pt>
    <dgm:pt modelId="{4FC93217-DF4F-4F34-89F4-8FECB823136A}" type="pres">
      <dgm:prSet presAssocID="{3FBCCA8F-AD8B-4C09-84CD-7B7A93C0B1C0}" presName="cycle" presStyleCnt="0">
        <dgm:presLayoutVars>
          <dgm:dir/>
          <dgm:resizeHandles val="exact"/>
        </dgm:presLayoutVars>
      </dgm:prSet>
      <dgm:spPr/>
    </dgm:pt>
    <dgm:pt modelId="{04A8F896-E0EE-43E9-8C31-F8DA57E0DEAF}" type="pres">
      <dgm:prSet presAssocID="{EAB47CD1-D206-4D69-B7D9-FF6C1D416EA3}" presName="dummy" presStyleCnt="0"/>
      <dgm:spPr/>
    </dgm:pt>
    <dgm:pt modelId="{45D88B91-AA5F-4DDE-9858-832DE3030665}" type="pres">
      <dgm:prSet presAssocID="{EAB47CD1-D206-4D69-B7D9-FF6C1D416EA3}" presName="node" presStyleLbl="revTx" presStyleIdx="0" presStyleCnt="4">
        <dgm:presLayoutVars>
          <dgm:bulletEnabled val="1"/>
        </dgm:presLayoutVars>
      </dgm:prSet>
      <dgm:spPr/>
    </dgm:pt>
    <dgm:pt modelId="{468CA30E-4A20-4AC6-8578-3A3862AD91E9}" type="pres">
      <dgm:prSet presAssocID="{0F724B12-87D4-4C59-B949-BA713055B6EC}" presName="sibTrans" presStyleLbl="node1" presStyleIdx="0" presStyleCnt="4"/>
      <dgm:spPr/>
    </dgm:pt>
    <dgm:pt modelId="{DE54F7E4-E8AF-4A4A-A42F-B0016BAE3833}" type="pres">
      <dgm:prSet presAssocID="{F1B5B73E-0E36-4C43-A924-CF13E9857D90}" presName="dummy" presStyleCnt="0"/>
      <dgm:spPr/>
    </dgm:pt>
    <dgm:pt modelId="{F2A7156F-2E23-4AEC-AAC9-FDF4D0E83F0C}" type="pres">
      <dgm:prSet presAssocID="{F1B5B73E-0E36-4C43-A924-CF13E9857D90}" presName="node" presStyleLbl="revTx" presStyleIdx="1" presStyleCnt="4">
        <dgm:presLayoutVars>
          <dgm:bulletEnabled val="1"/>
        </dgm:presLayoutVars>
      </dgm:prSet>
      <dgm:spPr/>
    </dgm:pt>
    <dgm:pt modelId="{AB8BC92B-32CD-45BD-8A3D-1D85AE3E31B9}" type="pres">
      <dgm:prSet presAssocID="{C4FF1958-EBAF-4333-8CBD-88477F7D7E33}" presName="sibTrans" presStyleLbl="node1" presStyleIdx="1" presStyleCnt="4"/>
      <dgm:spPr/>
    </dgm:pt>
    <dgm:pt modelId="{5AFA45E9-81E7-4878-87D3-C5A2C4B6F2AC}" type="pres">
      <dgm:prSet presAssocID="{723C9267-EB4F-441E-88C0-C4DDBA425982}" presName="dummy" presStyleCnt="0"/>
      <dgm:spPr/>
    </dgm:pt>
    <dgm:pt modelId="{B9151316-F5EF-4A43-B24B-D192A9CAF8D5}" type="pres">
      <dgm:prSet presAssocID="{723C9267-EB4F-441E-88C0-C4DDBA425982}" presName="node" presStyleLbl="revTx" presStyleIdx="2" presStyleCnt="4">
        <dgm:presLayoutVars>
          <dgm:bulletEnabled val="1"/>
        </dgm:presLayoutVars>
      </dgm:prSet>
      <dgm:spPr/>
    </dgm:pt>
    <dgm:pt modelId="{600EF30E-E5F3-4B97-9716-C9ACA749A517}" type="pres">
      <dgm:prSet presAssocID="{8D566AA0-380F-46CE-9423-50C5406B38D0}" presName="sibTrans" presStyleLbl="node1" presStyleIdx="2" presStyleCnt="4"/>
      <dgm:spPr/>
    </dgm:pt>
    <dgm:pt modelId="{95F7496C-78E5-4E34-AF6D-C96A2D600651}" type="pres">
      <dgm:prSet presAssocID="{EA804546-91CE-4DE9-AB71-0EFA6DB58547}" presName="dummy" presStyleCnt="0"/>
      <dgm:spPr/>
    </dgm:pt>
    <dgm:pt modelId="{240FA0C0-6062-4063-A8DF-C924B5E2E8F9}" type="pres">
      <dgm:prSet presAssocID="{EA804546-91CE-4DE9-AB71-0EFA6DB58547}" presName="node" presStyleLbl="revTx" presStyleIdx="3" presStyleCnt="4">
        <dgm:presLayoutVars>
          <dgm:bulletEnabled val="1"/>
        </dgm:presLayoutVars>
      </dgm:prSet>
      <dgm:spPr/>
    </dgm:pt>
    <dgm:pt modelId="{222CC6C3-16CA-4AC8-A123-16617BE1499E}" type="pres">
      <dgm:prSet presAssocID="{A39C41C1-6709-4F66-8E21-E140CCCC3906}" presName="sibTrans" presStyleLbl="node1" presStyleIdx="3" presStyleCnt="4"/>
      <dgm:spPr/>
    </dgm:pt>
  </dgm:ptLst>
  <dgm:cxnLst>
    <dgm:cxn modelId="{3DD0850E-A5F5-42EE-A88B-F173F95CA23C}" type="presOf" srcId="{C4FF1958-EBAF-4333-8CBD-88477F7D7E33}" destId="{AB8BC92B-32CD-45BD-8A3D-1D85AE3E31B9}" srcOrd="0" destOrd="0" presId="urn:microsoft.com/office/officeart/2005/8/layout/cycle1"/>
    <dgm:cxn modelId="{1388F914-8F09-44E7-99B1-AF9F8F1151CA}" type="presOf" srcId="{8D566AA0-380F-46CE-9423-50C5406B38D0}" destId="{600EF30E-E5F3-4B97-9716-C9ACA749A517}" srcOrd="0" destOrd="0" presId="urn:microsoft.com/office/officeart/2005/8/layout/cycle1"/>
    <dgm:cxn modelId="{A523793E-667F-4C7F-A86C-93CE38F39891}" type="presOf" srcId="{723C9267-EB4F-441E-88C0-C4DDBA425982}" destId="{B9151316-F5EF-4A43-B24B-D192A9CAF8D5}" srcOrd="0" destOrd="0" presId="urn:microsoft.com/office/officeart/2005/8/layout/cycle1"/>
    <dgm:cxn modelId="{92F4755D-2548-464B-899F-3BD2971A3626}" type="presOf" srcId="{A39C41C1-6709-4F66-8E21-E140CCCC3906}" destId="{222CC6C3-16CA-4AC8-A123-16617BE1499E}" srcOrd="0" destOrd="0" presId="urn:microsoft.com/office/officeart/2005/8/layout/cycle1"/>
    <dgm:cxn modelId="{155D7372-EDE5-4425-AC6B-50130CDB4376}" srcId="{3FBCCA8F-AD8B-4C09-84CD-7B7A93C0B1C0}" destId="{F1B5B73E-0E36-4C43-A924-CF13E9857D90}" srcOrd="1" destOrd="0" parTransId="{168C343E-6E59-4BE5-8FCD-F6FA478C3B6A}" sibTransId="{C4FF1958-EBAF-4333-8CBD-88477F7D7E33}"/>
    <dgm:cxn modelId="{1E95DF52-8E5A-43E2-8D99-6B3CFBE10113}" type="presOf" srcId="{F1B5B73E-0E36-4C43-A924-CF13E9857D90}" destId="{F2A7156F-2E23-4AEC-AAC9-FDF4D0E83F0C}" srcOrd="0" destOrd="0" presId="urn:microsoft.com/office/officeart/2005/8/layout/cycle1"/>
    <dgm:cxn modelId="{3F41745A-55A2-40E4-9932-22C20B2A4464}" type="presOf" srcId="{EAB47CD1-D206-4D69-B7D9-FF6C1D416EA3}" destId="{45D88B91-AA5F-4DDE-9858-832DE3030665}" srcOrd="0" destOrd="0" presId="urn:microsoft.com/office/officeart/2005/8/layout/cycle1"/>
    <dgm:cxn modelId="{8217298E-4743-4CFE-88D6-75AA0AA6594E}" type="presOf" srcId="{3FBCCA8F-AD8B-4C09-84CD-7B7A93C0B1C0}" destId="{4FC93217-DF4F-4F34-89F4-8FECB823136A}" srcOrd="0" destOrd="0" presId="urn:microsoft.com/office/officeart/2005/8/layout/cycle1"/>
    <dgm:cxn modelId="{25B4088F-7F52-4F67-BDFB-4D3FE87E3B45}" srcId="{3FBCCA8F-AD8B-4C09-84CD-7B7A93C0B1C0}" destId="{723C9267-EB4F-441E-88C0-C4DDBA425982}" srcOrd="2" destOrd="0" parTransId="{D7CB9BCE-72B1-4EA7-B5EE-5388A2D0186E}" sibTransId="{8D566AA0-380F-46CE-9423-50C5406B38D0}"/>
    <dgm:cxn modelId="{93A029BB-6324-4570-AD21-D51955805D79}" srcId="{3FBCCA8F-AD8B-4C09-84CD-7B7A93C0B1C0}" destId="{EA804546-91CE-4DE9-AB71-0EFA6DB58547}" srcOrd="3" destOrd="0" parTransId="{919B9A86-0C24-47AB-9BD7-E05C3D0C37CA}" sibTransId="{A39C41C1-6709-4F66-8E21-E140CCCC3906}"/>
    <dgm:cxn modelId="{6D40AADB-4FE9-45AB-A13E-AD75519F65E3}" srcId="{3FBCCA8F-AD8B-4C09-84CD-7B7A93C0B1C0}" destId="{EAB47CD1-D206-4D69-B7D9-FF6C1D416EA3}" srcOrd="0" destOrd="0" parTransId="{9E0A5198-E95F-477C-8DF8-4D72026D000A}" sibTransId="{0F724B12-87D4-4C59-B949-BA713055B6EC}"/>
    <dgm:cxn modelId="{EAA8A1F1-E0A8-4106-9E96-1ACD5EDCF94C}" type="presOf" srcId="{0F724B12-87D4-4C59-B949-BA713055B6EC}" destId="{468CA30E-4A20-4AC6-8578-3A3862AD91E9}" srcOrd="0" destOrd="0" presId="urn:microsoft.com/office/officeart/2005/8/layout/cycle1"/>
    <dgm:cxn modelId="{B8F4D3F9-2C8B-40E1-9A93-CEBFE7D228B9}" type="presOf" srcId="{EA804546-91CE-4DE9-AB71-0EFA6DB58547}" destId="{240FA0C0-6062-4063-A8DF-C924B5E2E8F9}" srcOrd="0" destOrd="0" presId="urn:microsoft.com/office/officeart/2005/8/layout/cycle1"/>
    <dgm:cxn modelId="{6F402583-41B9-40DA-B553-77D2CFA7E8F2}" type="presParOf" srcId="{4FC93217-DF4F-4F34-89F4-8FECB823136A}" destId="{04A8F896-E0EE-43E9-8C31-F8DA57E0DEAF}" srcOrd="0" destOrd="0" presId="urn:microsoft.com/office/officeart/2005/8/layout/cycle1"/>
    <dgm:cxn modelId="{16719219-0BF5-4AFF-8BC1-D821341067DA}" type="presParOf" srcId="{4FC93217-DF4F-4F34-89F4-8FECB823136A}" destId="{45D88B91-AA5F-4DDE-9858-832DE3030665}" srcOrd="1" destOrd="0" presId="urn:microsoft.com/office/officeart/2005/8/layout/cycle1"/>
    <dgm:cxn modelId="{2103185E-C840-4E32-B0AA-CE936377A62D}" type="presParOf" srcId="{4FC93217-DF4F-4F34-89F4-8FECB823136A}" destId="{468CA30E-4A20-4AC6-8578-3A3862AD91E9}" srcOrd="2" destOrd="0" presId="urn:microsoft.com/office/officeart/2005/8/layout/cycle1"/>
    <dgm:cxn modelId="{605DCCE3-34DC-4997-A8B7-246588A2A3C3}" type="presParOf" srcId="{4FC93217-DF4F-4F34-89F4-8FECB823136A}" destId="{DE54F7E4-E8AF-4A4A-A42F-B0016BAE3833}" srcOrd="3" destOrd="0" presId="urn:microsoft.com/office/officeart/2005/8/layout/cycle1"/>
    <dgm:cxn modelId="{D4326CDE-5674-4F4E-BCFC-F72D23C653AF}" type="presParOf" srcId="{4FC93217-DF4F-4F34-89F4-8FECB823136A}" destId="{F2A7156F-2E23-4AEC-AAC9-FDF4D0E83F0C}" srcOrd="4" destOrd="0" presId="urn:microsoft.com/office/officeart/2005/8/layout/cycle1"/>
    <dgm:cxn modelId="{2EB8BF23-97EC-49F5-BD8E-C441926AE822}" type="presParOf" srcId="{4FC93217-DF4F-4F34-89F4-8FECB823136A}" destId="{AB8BC92B-32CD-45BD-8A3D-1D85AE3E31B9}" srcOrd="5" destOrd="0" presId="urn:microsoft.com/office/officeart/2005/8/layout/cycle1"/>
    <dgm:cxn modelId="{2887D191-B931-46D2-BFAD-BEA059CB64F2}" type="presParOf" srcId="{4FC93217-DF4F-4F34-89F4-8FECB823136A}" destId="{5AFA45E9-81E7-4878-87D3-C5A2C4B6F2AC}" srcOrd="6" destOrd="0" presId="urn:microsoft.com/office/officeart/2005/8/layout/cycle1"/>
    <dgm:cxn modelId="{3A0EB4F0-C886-4666-A9BB-996BDC6E5394}" type="presParOf" srcId="{4FC93217-DF4F-4F34-89F4-8FECB823136A}" destId="{B9151316-F5EF-4A43-B24B-D192A9CAF8D5}" srcOrd="7" destOrd="0" presId="urn:microsoft.com/office/officeart/2005/8/layout/cycle1"/>
    <dgm:cxn modelId="{2EEDFAEB-3279-43C7-BE15-FF9B0DA01859}" type="presParOf" srcId="{4FC93217-DF4F-4F34-89F4-8FECB823136A}" destId="{600EF30E-E5F3-4B97-9716-C9ACA749A517}" srcOrd="8" destOrd="0" presId="urn:microsoft.com/office/officeart/2005/8/layout/cycle1"/>
    <dgm:cxn modelId="{2AF15BAD-134D-48CA-BEB8-FA85428EF02E}" type="presParOf" srcId="{4FC93217-DF4F-4F34-89F4-8FECB823136A}" destId="{95F7496C-78E5-4E34-AF6D-C96A2D600651}" srcOrd="9" destOrd="0" presId="urn:microsoft.com/office/officeart/2005/8/layout/cycle1"/>
    <dgm:cxn modelId="{9751C126-78A3-4B39-AB64-FA0489F929E9}" type="presParOf" srcId="{4FC93217-DF4F-4F34-89F4-8FECB823136A}" destId="{240FA0C0-6062-4063-A8DF-C924B5E2E8F9}" srcOrd="10" destOrd="0" presId="urn:microsoft.com/office/officeart/2005/8/layout/cycle1"/>
    <dgm:cxn modelId="{5059913A-F41E-4EE9-843A-1C4F3F4D03DC}" type="presParOf" srcId="{4FC93217-DF4F-4F34-89F4-8FECB823136A}" destId="{222CC6C3-16CA-4AC8-A123-16617BE1499E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D88B91-AA5F-4DDE-9858-832DE3030665}">
      <dsp:nvSpPr>
        <dsp:cNvPr id="0" name=""/>
        <dsp:cNvSpPr/>
      </dsp:nvSpPr>
      <dsp:spPr>
        <a:xfrm>
          <a:off x="4735144" y="121283"/>
          <a:ext cx="1916906" cy="1916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Lake house</a:t>
          </a:r>
        </a:p>
      </dsp:txBody>
      <dsp:txXfrm>
        <a:off x="4735144" y="121283"/>
        <a:ext cx="1916906" cy="1916906"/>
      </dsp:txXfrm>
    </dsp:sp>
    <dsp:sp modelId="{468CA30E-4A20-4AC6-8578-3A3862AD91E9}">
      <dsp:nvSpPr>
        <dsp:cNvPr id="0" name=""/>
        <dsp:cNvSpPr/>
      </dsp:nvSpPr>
      <dsp:spPr>
        <a:xfrm>
          <a:off x="1354454" y="-211"/>
          <a:ext cx="5419090" cy="5419090"/>
        </a:xfrm>
        <a:prstGeom prst="circularArrow">
          <a:avLst>
            <a:gd name="adj1" fmla="val 6898"/>
            <a:gd name="adj2" fmla="val 465012"/>
            <a:gd name="adj3" fmla="val 550847"/>
            <a:gd name="adj4" fmla="val 20584141"/>
            <a:gd name="adj5" fmla="val 804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A7156F-2E23-4AEC-AAC9-FDF4D0E83F0C}">
      <dsp:nvSpPr>
        <dsp:cNvPr id="0" name=""/>
        <dsp:cNvSpPr/>
      </dsp:nvSpPr>
      <dsp:spPr>
        <a:xfrm>
          <a:off x="4735144" y="3380477"/>
          <a:ext cx="1916906" cy="1916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Notebook</a:t>
          </a:r>
        </a:p>
      </dsp:txBody>
      <dsp:txXfrm>
        <a:off x="4735144" y="3380477"/>
        <a:ext cx="1916906" cy="1916906"/>
      </dsp:txXfrm>
    </dsp:sp>
    <dsp:sp modelId="{AB8BC92B-32CD-45BD-8A3D-1D85AE3E31B9}">
      <dsp:nvSpPr>
        <dsp:cNvPr id="0" name=""/>
        <dsp:cNvSpPr/>
      </dsp:nvSpPr>
      <dsp:spPr>
        <a:xfrm>
          <a:off x="1354454" y="-211"/>
          <a:ext cx="5419090" cy="5419090"/>
        </a:xfrm>
        <a:prstGeom prst="circularArrow">
          <a:avLst>
            <a:gd name="adj1" fmla="val 6898"/>
            <a:gd name="adj2" fmla="val 465012"/>
            <a:gd name="adj3" fmla="val 5950847"/>
            <a:gd name="adj4" fmla="val 4384141"/>
            <a:gd name="adj5" fmla="val 804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151316-F5EF-4A43-B24B-D192A9CAF8D5}">
      <dsp:nvSpPr>
        <dsp:cNvPr id="0" name=""/>
        <dsp:cNvSpPr/>
      </dsp:nvSpPr>
      <dsp:spPr>
        <a:xfrm>
          <a:off x="1475949" y="3380477"/>
          <a:ext cx="1916906" cy="1916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Experiments</a:t>
          </a:r>
        </a:p>
      </dsp:txBody>
      <dsp:txXfrm>
        <a:off x="1475949" y="3380477"/>
        <a:ext cx="1916906" cy="1916906"/>
      </dsp:txXfrm>
    </dsp:sp>
    <dsp:sp modelId="{600EF30E-E5F3-4B97-9716-C9ACA749A517}">
      <dsp:nvSpPr>
        <dsp:cNvPr id="0" name=""/>
        <dsp:cNvSpPr/>
      </dsp:nvSpPr>
      <dsp:spPr>
        <a:xfrm>
          <a:off x="1354454" y="-211"/>
          <a:ext cx="5419090" cy="5419090"/>
        </a:xfrm>
        <a:prstGeom prst="circularArrow">
          <a:avLst>
            <a:gd name="adj1" fmla="val 6898"/>
            <a:gd name="adj2" fmla="val 465012"/>
            <a:gd name="adj3" fmla="val 11350847"/>
            <a:gd name="adj4" fmla="val 9784141"/>
            <a:gd name="adj5" fmla="val 804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0FA0C0-6062-4063-A8DF-C924B5E2E8F9}">
      <dsp:nvSpPr>
        <dsp:cNvPr id="0" name=""/>
        <dsp:cNvSpPr/>
      </dsp:nvSpPr>
      <dsp:spPr>
        <a:xfrm>
          <a:off x="1475949" y="121283"/>
          <a:ext cx="1916906" cy="1916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model</a:t>
          </a:r>
        </a:p>
      </dsp:txBody>
      <dsp:txXfrm>
        <a:off x="1475949" y="121283"/>
        <a:ext cx="1916906" cy="1916906"/>
      </dsp:txXfrm>
    </dsp:sp>
    <dsp:sp modelId="{222CC6C3-16CA-4AC8-A123-16617BE1499E}">
      <dsp:nvSpPr>
        <dsp:cNvPr id="0" name=""/>
        <dsp:cNvSpPr/>
      </dsp:nvSpPr>
      <dsp:spPr>
        <a:xfrm>
          <a:off x="1354454" y="-211"/>
          <a:ext cx="5419090" cy="5419090"/>
        </a:xfrm>
        <a:prstGeom prst="circularArrow">
          <a:avLst>
            <a:gd name="adj1" fmla="val 6898"/>
            <a:gd name="adj2" fmla="val 465012"/>
            <a:gd name="adj3" fmla="val 16750847"/>
            <a:gd name="adj4" fmla="val 15184141"/>
            <a:gd name="adj5" fmla="val 804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B6E35-571F-F48F-F0A4-B8CF4EF8D3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4245D8-63AD-54E3-5AFE-C898C88DC2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40C2C-B3B8-189C-A9B5-C12516A0E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F104-3C09-4A59-8322-39C19F2E10D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69853-0803-B7B5-8D99-2E5FD4924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840E5-8AF1-D50B-888E-3B4B3F786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87852-CA9A-4CBD-84AB-4A8011952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627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920DA-EDA3-3AA3-31FD-1E060AC1F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ABFE0-4579-AFC6-6B3D-5B1C9BF9D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7CB67-9F82-04E7-0481-C4C39D9E2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F104-3C09-4A59-8322-39C19F2E10D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2C246-2671-D6DA-864F-FDC082C4D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976AF-751B-FD76-0D95-ECF1558DD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87852-CA9A-4CBD-84AB-4A8011952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427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234EE-99B7-A01D-8296-48A97B6F8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2288B-EF48-7D57-092E-164DFD2CB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F6048-6FB7-2DA8-83BE-AFAB62EC6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F104-3C09-4A59-8322-39C19F2E10D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93D70-02BB-8C0B-794B-E7E16494D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01354-1E82-6DFE-E94A-5A8E3D0A1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87852-CA9A-4CBD-84AB-4A8011952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224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E7BF5-AE4E-1563-18B7-8AE007597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6EEDC-45AE-D8A4-04E6-85836378FA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F3844C-4CCB-974E-9336-0586FBAB8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5CFE45-FA44-48A3-8031-F02CA7E63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F104-3C09-4A59-8322-39C19F2E10D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E3448-1042-1ED2-9ABB-46AF9F7A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B75BBD-E828-B4D6-59B6-C91D2223F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87852-CA9A-4CBD-84AB-4A8011952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886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3ABEA-9CD5-2EC3-C9A4-AC708259D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68BFA5-29D9-EF18-1C58-47BF66C1F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525037-15B1-56C0-FB20-5BF85E59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78DCFD-84D9-088E-5AA3-BFEF7C4F4B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2277B1-91EF-2DF2-E292-7AB24B9DC5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666CC0-AEA9-6794-8416-6D0A4BEE0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F104-3C09-4A59-8322-39C19F2E10D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658997-EEEE-1355-F322-BF4DC0B86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217E6F-F9B7-7AD5-5EC9-13D489F8C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87852-CA9A-4CBD-84AB-4A8011952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13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E293E-A0DB-ACC6-DA32-31D622592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7B1E59-58CC-98E1-DEFD-38281C8B0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F104-3C09-4A59-8322-39C19F2E10D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96907E-0E71-D142-21EB-990E73C37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2D6A5F-DA27-2CCA-2B1E-189030CFB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87852-CA9A-4CBD-84AB-4A8011952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905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4B4222-97F7-DBEF-832F-19E20FC59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F104-3C09-4A59-8322-39C19F2E10D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604FD7-CE94-894C-096D-6EF542072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C1721-0FB2-0694-2EAC-94400C719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87852-CA9A-4CBD-84AB-4A8011952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402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84D75-1A31-048B-42FD-0CDEDE956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8E368-A78B-3BD9-4CF1-2717EC451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1C4A85-0163-3D9E-1A05-A100795A8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515888-D154-988E-18DB-97B543997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F104-3C09-4A59-8322-39C19F2E10D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C6A07-5578-7C5A-E62B-F7953927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6DC1D9-E26C-80AC-89A8-F77F7824B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87852-CA9A-4CBD-84AB-4A8011952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49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E5478-967F-2F96-7925-293DDFEEF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C1D90B-D35B-2606-3BAC-A15441DD13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0745D0-9E74-F0D2-89E2-FB85CDF7C7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1A7CA-383A-077A-B208-15E2C2AC0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F104-3C09-4A59-8322-39C19F2E10D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F7649C-9049-D8E7-1B11-D85DE9754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6E5080-07DC-A0EE-8D27-463BF2FE9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87852-CA9A-4CBD-84AB-4A8011952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429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CEC8C-68A7-D881-8174-502D755C3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C79185-91B7-967D-3818-2964A36F90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592C5-E327-3EC7-8C59-D5849C22B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F104-3C09-4A59-8322-39C19F2E10D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EAEE7-CD34-A845-173C-030AFDEB9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5820F-D982-2A19-94FD-6AD7D661E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87852-CA9A-4CBD-84AB-4A8011952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198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F19AAD-A306-D9AE-6E97-74A86331E1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1B2D6E-4F7C-1333-8897-01FAF2FD8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A1B7D-2535-9625-DB93-92FA57BA8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F104-3C09-4A59-8322-39C19F2E10D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8C093-BF5B-215C-3D81-3CFC92AC4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1FE8-3AB4-FCCC-00FC-B5277A215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87852-CA9A-4CBD-84AB-4A8011952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337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3F8842-1C1F-B113-6100-CB02A564D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91B09-6C5F-7B0B-D519-CD613559D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5A242-5820-979E-C77B-408DD12856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B8F104-3C09-4A59-8322-39C19F2E10D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03080-9750-0ACC-DCC9-28FC9955D5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92FA6-8EEE-427C-8815-5FC7DEEAA1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87852-CA9A-4CBD-84AB-4A8011952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358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30FD8-1836-B829-BB22-7203A3659A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science in Fabric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A830AA-E8C8-3097-7862-FAA473D72E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4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F36C322-D9A9-F2C7-FFC3-ABD756E6E3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4017742"/>
              </p:ext>
            </p:extLst>
          </p:nvPr>
        </p:nvGraphicFramePr>
        <p:xfrm>
          <a:off x="745067" y="550333"/>
          <a:ext cx="10608733" cy="56266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D18A5D1A-84AD-5473-ADB3-8B57D07181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392885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EDEC1774-D1F1-D3D5-B92D-2E6B557A5F5D}"/>
              </a:ext>
            </a:extLst>
          </p:cNvPr>
          <p:cNvSpPr/>
          <p:nvPr/>
        </p:nvSpPr>
        <p:spPr>
          <a:xfrm>
            <a:off x="4179610" y="2486485"/>
            <a:ext cx="3832780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Data Science</a:t>
            </a:r>
          </a:p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 in Fabric</a:t>
            </a:r>
          </a:p>
        </p:txBody>
      </p:sp>
    </p:spTree>
    <p:extLst>
      <p:ext uri="{BB962C8B-B14F-4D97-AF65-F5344CB8AC3E}">
        <p14:creationId xmlns:p14="http://schemas.microsoft.com/office/powerpoint/2010/main" val="258231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9E40F-758F-3715-0924-673790DBA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FE083-DB46-1579-E81C-B4D99A97D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Snippet</a:t>
            </a:r>
          </a:p>
          <a:p>
            <a:r>
              <a:rPr lang="en-US" dirty="0"/>
              <a:t>Add the </a:t>
            </a:r>
            <a:r>
              <a:rPr lang="en-US" dirty="0" err="1"/>
              <a:t>lakehouse</a:t>
            </a:r>
            <a:endParaRPr lang="en-US" dirty="0"/>
          </a:p>
          <a:p>
            <a:r>
              <a:rPr lang="en-US" dirty="0"/>
              <a:t>Drag the table and create </a:t>
            </a:r>
            <a:r>
              <a:rPr lang="en-US" dirty="0" err="1"/>
              <a:t>dataframe</a:t>
            </a:r>
            <a:endParaRPr lang="en-US" dirty="0"/>
          </a:p>
          <a:p>
            <a:r>
              <a:rPr lang="en-US" dirty="0"/>
              <a:t>Second way to create the data frame to pass </a:t>
            </a:r>
            <a:r>
              <a:rPr lang="en-US" dirty="0" err="1"/>
              <a:t>github</a:t>
            </a:r>
            <a:r>
              <a:rPr lang="en-US" dirty="0"/>
              <a:t> link to </a:t>
            </a:r>
            <a:r>
              <a:rPr lang="en-US" dirty="0" err="1"/>
              <a:t>pd.read_csv</a:t>
            </a:r>
            <a:r>
              <a:rPr lang="en-US" dirty="0"/>
              <a:t>()</a:t>
            </a:r>
          </a:p>
          <a:p>
            <a:r>
              <a:rPr lang="en-US" dirty="0"/>
              <a:t>Third way using the </a:t>
            </a:r>
            <a:r>
              <a:rPr lang="en-US" dirty="0" err="1"/>
              <a:t>lakehouse</a:t>
            </a:r>
            <a:endParaRPr lang="en-US" dirty="0"/>
          </a:p>
          <a:p>
            <a:r>
              <a:rPr lang="en-US"/>
              <a:t>Data Wrangling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665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49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Data science in Fabric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Amrita Helwade</dc:creator>
  <cp:lastModifiedBy>Amrita Helwade</cp:lastModifiedBy>
  <cp:revision>3</cp:revision>
  <dcterms:created xsi:type="dcterms:W3CDTF">2025-03-18T16:57:03Z</dcterms:created>
  <dcterms:modified xsi:type="dcterms:W3CDTF">2025-03-18T17:34:01Z</dcterms:modified>
</cp:coreProperties>
</file>